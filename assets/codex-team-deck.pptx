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🧭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Codex สำหรับทีม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จากผู้ใช้ครั้งแรก ถึงหัวหน้าทีมเอเจนต์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B2822"/>
          </a:solidFill>
          <a:ln w="12700">
            <a:solidFill>
              <a:srgbClr val="F0AC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4343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A8F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4343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B2822"/>
          </a:solidFill>
          <a:ln w="12700">
            <a:solidFill>
              <a:srgbClr val="86BB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ระดับกลาง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343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A8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43434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B2822"/>
          </a:solidFill>
          <a:ln w="12700">
            <a:solidFill>
              <a:srgbClr val="C97F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4343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มืออาชีพ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อ้างอิงจากคู่มือสาธารณะ · อัปเดตกันยายน 2026 · ไม่ใช่เอกสารทางการของ OpenAI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วันนี้เราจะคุยกัน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ระดับของการใช้ Codex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C97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4231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ติดตั้ง ใช้งานครั้งแรก รู้ว่าทำอะไรได้บ้าง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2F55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3756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ระดับกลาง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84048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ตั้งค่าให้ Codex "จำ" งานข้ามเซสชันได้ (MEMORY.md, SKILL.md, harness)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9050">
            <a:solidFill>
              <a:srgbClr val="1E2E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800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มืออาชีพ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25780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Codex เป็นทีมเอเจนต์ — คุณเป็นหัวหน้าทีม ไม่ใช่คนลงมือทำเอง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DC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ก่อนเริ่ม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Codex คืออะไร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Codex คือผู้ช่วย AI ของ OpenAI ที่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ลงมือทำงานให้จริง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ไม่ใช่แค่ตอบคำถาม จัดไฟล์ เขียนสูตร Excel สร้างเว็บเพจ อ่านสรุปเอกสาร ได้ทั้งหมด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อยู่ในแอป ChatGPT บนคอมพิวเตอร์แล้ว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ตั้งแต่กลางปี 2026 ไม่ต้องติดตั้งแยกเป็นอีกแอป — มีแอป ChatGPT ก็ใช้ Codex ได้เลย (เมนู Work / Codex)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FDCB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คู่มือนี้พูดถึงเวอร์ชัน desktop เท่านั้น ไม่ใช่ Codex CLI (บรรทัดคำสั่งสำหรับโปรแกรมเมอร์)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DC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 Codex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 ธรรมดา vs Codex /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 ธรรมดา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ได้: คำตอบเป็นข้อความ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29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แตะไฟล์ในเครื่อง: ไม่ได้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ขั้นตอนสุดท้าย: คุณทำเอง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892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เหมาะกับ: ถามข้อมูล ระดมไอเดีย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92024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1420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CODEX / WORK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ได้: งานที่ทำเสร็จแล้วจริงๆ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429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แตะไฟล์ในเครื่อง: ได้ — เปิด แก้ไข สร้างไฟล์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160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ขั้นตอนสุดท้าย: Codex ทำให้ คุณกด Approve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892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892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เหมาะกับ: จัดไฟล์ Excel เว็บ เอกสารจริง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จุดต่าง: แชทจบที่ "คำตอบ" — Codex จบที่ "งานเสร็จจริง"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DC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เริ่มใช้งาน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ขั้นตอน: ติดตั้ง → สั่งงานแรก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DCB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ดาวน์โหลด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chatgpt.com/download เลือก 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DCB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ติดตั้ง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เปิดไฟล์ ทำตามขั้นตอนปกติ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DCB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88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ใช้บัญชี ChatGPT (ฟรีก็เริ่มได้)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251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DCB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หาโหมด Codex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937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สลับจาก Chat ไป Work/Codex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251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DCB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262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เริ่มงานแรก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937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เปิดโฟลเดอร์ พิมพ์สั่งงานธรรมดา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40233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4251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DCB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75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4251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ตรวจก่อนอนุมัติ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275320" y="4937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อ่านสิ่งที่จะทำ แล้วค่อยกด Approve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DC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ใช้ทำอะไรได้บ้าง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หมวดที่ใช้บ่อยที่สุด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📁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จัดการไฟล์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1635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จัดรูป เปลี่ยนชื่อไฟล์เป็นชุด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98848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📄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3957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เอกสาร &amp; สรุป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81635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 PDF สรุปเป็นข้อๆ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47888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3957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สเปรดชีต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81635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เขียนสูตร Excel ลบแถวซ้ำ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980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🌐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54456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เว็บ &amp; นำเสนอ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96519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สร้างหน้าเว็บ ทำสไลด์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9884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🔍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454456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ค้นคว้า &amp; เทียบ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496519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เทียบราคา หาข้อมูลออนไลน์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4788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🔁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454456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งานซ้ำๆ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247888" y="496519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แปลงไฟล์ทีละหลายอัน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DC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งบประมาณ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แพ็กเกจไหนใช้ได้บ้าง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088136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4937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A9A8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แพ็กเกจ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A9A8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ราคา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A9A8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ใช้งานได้ประมาณ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E2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Free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ฟรี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ลองใช้งาน มีจำกัดต่อวัน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E2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Plus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~$20/เดือน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ใช้ทุกวันแบบสม่ำเสมอ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E2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Pro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~$100–200/เดือน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ใช้งานหนัก ต่อเนื่องทั้งวัน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E28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Business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~$25/คน/เดือน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55685D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ทีมหรือบริษัท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Codex ใช้ได้กับทุกแพ็กเกจ รวมถึงแบบฟรี · ตัวเลขเป็นค่าประมาณ ก.ย. 2026 เช็กจริงที่ chatgpt.com/codex/pricing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FDCB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ก่อนปล่อยมือ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4023360"/>
          </a:xfrm>
          <a:prstGeom prst="roundRect">
            <a:avLst>
              <a:gd name="adj" fmla="val 3182"/>
            </a:avLst>
          </a:prstGeom>
          <a:solidFill>
            <a:srgbClr val="EFDCB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331720"/>
            <a:ext cx="365760" cy="365760"/>
          </a:xfrm>
          <a:prstGeom prst="ellipse">
            <a:avLst/>
          </a:prstGeom>
          <a:solidFill>
            <a:srgbClr val="C97F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อ่านสิ่งที่ Codex กำลังจะทำก่อนกด Approve ทุกครั้ง — เหมือนตรวจงานพนักงานใหม่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365760" cy="365760"/>
          </a:xfrm>
          <a:prstGeom prst="ellipse">
            <a:avLst/>
          </a:prstGeom>
          <a:solidFill>
            <a:srgbClr val="C97F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งานสำคัญ สำรองไฟล์ไว้ก่อน เผื่อผลลัพธ์ไม่ตรงใจ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C97F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754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อย่าให้เข้าถึงบัญชี/ข้อมูลอ่อนไหว (รหัสผ่าน บัญชีธนาคาร) โดยไม่เข้าใจว่ามันจะทำอะไร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C97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ใหม่ล่าสุด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GPT-6 Astra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โมเดลใหม่ที่ทำให้ Codex ฉลาดขึ้น (ปล่อย 3 ก.ย. 2026)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วางแผนงานซับซ้อนได้ดีขึ้น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คุมคอมพิวเตอร์ได้แม่นขึ้น (computer use)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 context ยาวๆ ข้ามหลายเซสชันได้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B2822"/>
          </a:solidFill>
          <a:ln w="12700">
            <a:solidFill>
              <a:srgbClr val="2F55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349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ทยอยเปิดให้ Pro/Business/Enterprise ก่อน · ไม่ต้องติดตั้งอะไรเพิ่ม แค่อัปเดตแอป · ข้อมูลใหม่มาก อาจเปลี่ยนเร็ว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7E6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ระดับกลาง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ก่อนไปต่อ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ข้อดี-ข้อเสีย ของการใช้จริงจัง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2F55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ข้อดี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974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เร็วกว่าทำเอง โดยเฉพาะงานซ้ำ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57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มอบหมายแล้วไปทำอย่างอื่นได้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6177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 MEMORY.md ดี คุณภาพงานสม่ำเสมอขึ้นตามเวลา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C97F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148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69748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69748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ยังพลาดได้ (hallucinate) — ต้องมีคนตรวจทานเสมอ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6576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657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สั่งงานคลุมเครือ = ได้ผลลัพธ์คลุมเครือ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6177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F1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46177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ให้สิทธิ์เข้าถึงเกินจำเป็น = เสี่ยงด้านความปลอดภัย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7E6D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ระดับกลาง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554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 Codex จำงานได้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แนวคิด: Memory · Skill · Harness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หมายเหตุ: ไม่ใช่ปุ่มในแอป Codex — เป็นวิธีทำงานที่ตั้งเอง ใช้ได้กับ AI agent ตัวไหนก็ได้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📝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243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MEMORY.md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044952"/>
            <a:ext cx="31181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ไฟล์ความจำ ให้ Codex อ่านก่อนเริ่มงาน + จดสิ่งที่ตัดสินใจไว้ท้ายไฟล์เมื่อทำเสร็จ — เซสชันหน้าไม่ต้องอธิบายซ้ำ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98848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6243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SKILL.md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3044952"/>
            <a:ext cx="31181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งานที่ทำซ้ำบ่อย เขียนเป็นไฟล์ขั้นตอนแยกไว้ต่างหาก — เหมือน SOP ให้พนักงานใหม่ แทนสอนปากเปล่าทุกครั้ง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0574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47888" y="2221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🧩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6243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Harness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3044952"/>
            <a:ext cx="31181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แอปที่ห่อโมเดล AI แล้วให้เครื่องมือมัน (แตะไฟล์ ท่องเว็บ) — Chat เปล่าไม่มี harness, Codex/Work มี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420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มืออาชีพ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Codex เป็นทีม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แนวคิด: จากผู้ช่วยเดี่ยว สู่หัวหน้าทีม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👥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414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แบ่งบทบาทเฉพาะทาง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62072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แยกเป็น "ตัวค้นข้อมูล" "ตัวเขียนร่าง" "ตัวตรวจทาน" — คุณมอบงานและอนุมัติ ไม่ใช่ลงมือทำเอง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73368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🔗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44144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ต่อกันเป็นสายงาน (pipeline)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73368" y="2862072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ผลลัพธ์ตัวหนึ่งส่งต่อเป็นข้อมูลตั้งต้นให้อีกตัว ทุกจุดต่อคือที่ที่คุณเข้าไปตรวจได้ก่อนส่งต่อ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" y="4187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🔄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59028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ปล่อยลองซ้ำได้ แต่ต้องมีเพดาน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5010912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ให้แก้งานซ้ำเองได้ แต่จำกัดจำนวนรอบเสมอ — ห้ามปล่อยเป็นลูปไม่มีที่สิ้นสุด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40233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73368" y="41879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📌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4590288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จบเซสชันด้วยการสรุป (wrap)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73368" y="5010912"/>
            <a:ext cx="48554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ก่อนปิดงาน สรุปว่าเปลี่ยนอะไร เหลืออะไรค้าง แล้วบันทึกลง MEMORY.md ทุกครั้ง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C97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มืออาชีพ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เริ่มต้นจากตรงนี้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เริ่มจากไฟล์ 4 อันนี้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7F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ไฟล์กติกาโปรเจกต์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965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บริบท/กติกาที่ต้องรู้ก่อนเริ่มงานทุกครั้ง (เหมือน CLAUDE.md / AGENTS.md)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7F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MEMORY.md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017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บันทึกความจำ อัปเดตทุกจบเซสชัน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7F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ไฟล์ SKILL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ขั้นตอนสำหรับงานที่ทำซ้ำ อย่างละไฟล์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7F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PLAN.md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5120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BBA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ล็อกขอบเขตงานก่อนปล่อยให้ agent ลงมือทำงานใหญ่/เสี่ยง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384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420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14255" y="384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มืออาชีพ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ไม่ใช่แค่ทฤษฎี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ตัวอย่างจริงจากระบบของเรา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🏛️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 4 ชั้น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1635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กติกากลาง → จัดสรรงาน → เครื่องมือหลัก 24 ชม. → โปรเจกต์เฉพาะทาง แต่ละอันมีไฟล์ชุดเดียวกันเสมอ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98848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📚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3957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คลังทักษะเป็นร้อยไฟล์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81635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เจอปัญหาซ้ำ เขียนไฟล์บันทึกแยกไว้ — ครั้งหน้าเจอทางแก้ทันที ไม่เริ่มนับหนึ่งใหม่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47888" y="1993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🔁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39572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พิธีกรรมจบเซสชัน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81635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บันทึก: ทำอะไรไป / เวิร์กแค่ไหน / ครั้งหน้าควรปรับอะไร — ระบบฉลาดขึ้นทีละนิด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980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🚨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54456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ด่านตรวจก่อนงานเสี่ยง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96519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งานที่ย้อนกลับยาก ต้องมี AI ตัวที่สองตรวจอิสระ + คนอนุมัติชัดเจนก่อนเสมอ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DECB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9884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🎯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498848" y="454456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เลือกโมเดลตามความเสี่ยง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496519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งานจิ๊บจ๊อยใช้โมเดลถูก งานเสี่ยงสูง (การเงิน ความปลอดภัย) ใช้โมเดลแม่นที่สุด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EFDCBB"/>
          </a:solidFill>
          <a:ln w="12700">
            <a:solidFill>
              <a:srgbClr val="C97F1E"/>
            </a:solidFill>
            <a:prstDash val="solid"/>
          </a:ln>
          <a:effectLst>
            <a:outerShdw sx="100000" sy="100000" kx="0" ky="0" algn="bl" rotWithShape="0" blurRad="76200" dist="25400" dir="5400000">
              <a:srgbClr val="1E2E28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47888" y="4142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🚀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247888" y="4544568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E2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ลองกับงานทีมคุณ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247888" y="4965192"/>
            <a:ext cx="3118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85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เริ่มจากปัญหาที่ทำซ้ำบ่อยที่สุดในทีมก่อน 1 อย่าง แล้วค่อยขยาย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🧭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 &amp; ก้าวต่อไป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7F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816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มือใหม่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8163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ติดตั้งแอป ลองสั่งงาน 1 อย่างจากลิสต์ตัวอย่าง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7F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85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ระดับกลาง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6850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MEMORY.md แรกของทีม เริ่มจากโปรเจกต์เดียว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97F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1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5537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C4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มืออาชีพ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5537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F1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เลือกงานซ้ำ 1 อย่าง แบ่งบทบาท agent แล้วลองทำเป็น pipeline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8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คู่มือเต็ม (TH/EN): wt-phatchara.github.io/codex-desktop-guide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2026-09-05T16:00:27Z</dcterms:created>
  <dcterms:modified xsi:type="dcterms:W3CDTF">2026-09-05T16:00:27Z</dcterms:modified>
</cp:coreProperties>
</file>